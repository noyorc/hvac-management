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HVAC 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사용자별 운영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1. 시스템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2. 사용자 역할별 권한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3. 점검자 사용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4. 관리자 사용 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5. 시스템 관리자 사용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6. 주요 기능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시스템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HVAC 설비 점검 및 관리를 위한 웹 기반 시스템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PWA(Progressive Web App) 기술 적용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모바일 앱처럼 설치 가능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오프라인에서도 일부 기능 사용 가능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주요 기능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QR 코드를 통한 빠른 장비 점검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실시간 점검 내역 관리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장비 데이터 통합 관리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엑셀 데이터 가져오기/내보내기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사용자 역할별 권한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2743200" cy="3657600"/>
          </a:xfrm>
          <a:prstGeom prst="rect">
            <a:avLst/>
          </a:prstGeom>
          <a:solidFill>
            <a:srgbClr val="F8F9FA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점검자 (Inspector)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1945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장비 점검 수행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QR 스캔 점검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점검 내역 조회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자신의 점검 기록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011680"/>
            <a:ext cx="2743200" cy="3657600"/>
          </a:xfrm>
          <a:prstGeom prst="rect">
            <a:avLst/>
          </a:prstGeom>
          <a:solidFill>
            <a:srgbClr val="F8F9FA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관리자 (Manager)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26080"/>
            <a:ext cx="21945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점검자 권한 포함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전체 점검 내역 조회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대시보드 통계 확인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장비 목록 조회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11680"/>
            <a:ext cx="2743200" cy="3657600"/>
          </a:xfrm>
          <a:prstGeom prst="rect">
            <a:avLst/>
          </a:prstGeom>
          <a:solidFill>
            <a:srgbClr val="F8F9FA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시스템 관리자 (Admin)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26080"/>
            <a:ext cx="21945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관리자 권한 포함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사용자 관리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장비 등록/수정/삭제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현장/건물 관리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데이터 일괄 작업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점검자 - 메인 화면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🏠 메인 대시보드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빠른 점검 시작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"장비 점검 시작" 버튼 클릭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현장 → 건물 → 장비 선택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QR 코드 스캔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"QR 스캔" 버튼으로 즉시 점검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장비에 부착된 QR 코드 스캔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최근 점검 내역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자신이 수행한 최근 점검 기록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점검 일시, 장비 정보, 상태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점검자 - 점검 수행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286000"/>
            <a:ext cx="731520" cy="731520"/>
          </a:xfrm>
          <a:prstGeom prst="ellipse">
            <a:avLst/>
          </a:prstGeom>
          <a:solidFill>
            <a:srgbClr val="677EEA"/>
          </a:solidFill>
          <a:ln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00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현장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점검할 현장 선택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2286000"/>
            <a:ext cx="731520" cy="731520"/>
          </a:xfrm>
          <a:prstGeom prst="ellipse">
            <a:avLst/>
          </a:prstGeom>
          <a:solidFill>
            <a:srgbClr val="677EEA"/>
          </a:solidFill>
          <a:ln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00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건물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해당 현장의 건물 선택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0" y="2286000"/>
            <a:ext cx="731520" cy="731520"/>
          </a:xfrm>
          <a:prstGeom prst="ellipse">
            <a:avLst/>
          </a:prstGeom>
          <a:solidFill>
            <a:srgbClr val="677EEA"/>
          </a:solidFill>
          <a:ln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2860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00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장비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57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점검할 장비 선택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(필터, 검색 가능)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286000"/>
            <a:ext cx="731520" cy="731520"/>
          </a:xfrm>
          <a:prstGeom prst="ellipse">
            <a:avLst/>
          </a:prstGeom>
          <a:solidFill>
            <a:srgbClr val="677EEA"/>
          </a:solidFill>
          <a:ln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점검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장비 상태 및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점검 데이터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77EEA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77EEA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77EEA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점검자 - 점검 데이터 입력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📝 입력 항목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기본 정보 (자동 입력)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점검자명: 로그인한 사용자 이름 (자동)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점검일시: 현재 날짜/시간 (자동)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장비 정보: 선택한 장비 정보 (자동)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점검 데이터 (직접 입력)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장비 상태: 정상 / 주의 / 경고 / 고장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온도 정보: 실내온도, 설정온도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압력: 고압, 저압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전류: R상, S상, T상 (3상)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특이사항: 텍스트 입력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사진: 장비 사진 첨부 (선택)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점검자 - QR 코드 스캔 점검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📱 빠른 점검 방법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1. 메인 화면에서 "QR 스캔" 버튼 클릭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2. 카메라 권한 허용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3. 장비에 부착된 QR 코드 스캔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 → 장비 정보 자동 로드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4. 점검 데이터 입력 화면으로 바로 이동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 → 현장/건물/장비 선택 과정 생략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5. 점검 데이터 입력 및 제출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⚡ 현장에서 가장 빠르고 편리한 점검 방법!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관리자 - 추가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📊 대시보드 접근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전체 점검 통계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일간/주간/월간 점검 건수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장비 상태별 통계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점검자별 점검 현황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장비 관리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전체 장비 목록 조회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장비별 점검 이력 확인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장비 상태 모니터링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점검 내역 조회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전체 점검 내역 확인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기간별, 상태별 필터링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엑셀 다운로드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시스템 관리자 - 사용자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👥 사용자 관리 기능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사용자 승인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신규 가입 사용자 승인/거부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역할(점검자/관리자) 지정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점검자 추가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새 점검자 계정 생성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이름, 이메일, 비밀번호 설정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역할 지정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사용자 수정/삭제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기존 사용자 정보 수정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역할 변경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계정 비활성화/삭제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⚠️ 주의: 사용자 삭제 시 해당 점검 내역은 유지됨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시스템 관리자 - 장비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🔧 장비 관리 기능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장비 등록 (개별)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장비 ID, 종류, 모델명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현장, 건물, 위치 정보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설치일, 용량 등 상세 정보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엑셀 데이터 가져오기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대량의 장비 데이터 일괄 등록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엑셀 템플릿 다운로드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중복 ID 자동 체크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장비 수정/삭제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기존 장비 정보 수정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체크박스로 선택 삭제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필터링 및 검색 기능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⚠️ 주의: 장비 삭제 시 점검 내역은 유지됨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시스템 관리자 - 현장/건물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🏢 현장 및 건물 관리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현장 관리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현장 추가: 현장명, 주소, 담당자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현장 수정/삭제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현장별 건물 목록 관리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건물 관리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건물 추가: 건물명, 층수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건물 수정/삭제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현장과 건물 연결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계층 구조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현장 (Site)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↓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건물 (Building)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↓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장비 (Equipment)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⚡ 체계적인 장비 위치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시스템 관리자 - 점검 내역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📋 점검 내역 관리 기능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전체 점검 내역 조회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테이블 형식의 리스트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상세한 점검 정보 표시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필터링 및 검색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기간 필터: 오늘, 7일, 30일, 3개월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상태 필터: 정상, 주의, 경고, 고장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점검자 검색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선택 삭제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체크박스로 개별 선택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일괄 삭제 기능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삭제 전 확인 메시지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삭제된 사용자 표시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노란색 배경으로 강조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- 경고 아이콘 표시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시스템 관리자 - 데이터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💾 데이터 관리 도구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엑셀 데이터 가져오기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장비 데이터 대량 등록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템플릿 다운로드 제공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중복 검사 및 오류 체크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엑셀 데이터 내보내기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점검 내역 엑셀 다운로드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장비 목록 엑셀 다운로드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필터 적용된 데이터 내보내기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데이터 일괄 삭제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선택한 데이터 일괄 삭제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테스트 데이터 정리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  - 복구 불가능 (신중히 사용)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⚠️ 중요: 삭제 작업은 되돌릴 수 없습니다!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주요 기능 - QR 코드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📱 QR 코드 기반 점검 시스템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장점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빠른 점검: 3단계 선택 과정 생략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정확한 장비 식별: 스캔으로 오류 방지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현장 편의성: 모바일에서 즉시 사용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사용 방법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1. 각 장비에 QR 코드 부착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2. 점검 시 QR 코드 스캔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3. 자동으로 장비 정보 로드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4. 점검 데이터 입력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QR 코드 생성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시스템 관리자가 장비 등록 시 자동 생성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장비 상세 페이지에서 출력 가능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장비 ID를 인코딩하여 생성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주요 기능 - 대시보드 &amp; 통계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실시간 모니터링 대시보드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점검 통계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일간/주간/월간 점검 건수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점검 완료율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미점검 장비 알림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장비 상태 분석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정상/주의/경고/고장 비율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상태별 장비 목록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우선 조치 필요 장비 표시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점검자 활동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점검자별 점검 실적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점검 평균 소요 시간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활동 추이 그래프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최근 점검 내역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실시간 점검 내역 표시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점검 상세 정보 바로 확인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장비별 점검 이력 추적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주요 기능 - 데이터 통합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💾 효율적인 데이터 관리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엑셀 연동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대량 데이터 일괄 등록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점검 내역 엑셀 내보내기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템플릿 제공으로 편리한 입력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필터 및 검색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다중 조건 필터링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실시간 검색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고급 검색 옵션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데이터 무결성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중복 ID 자동 체크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필수 항목 입력 검증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잘못된 형식 오류 감지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히스토리 관리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모든 점검 내역 보관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장비별 점검 이력 추적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데이터 변경 이력 (추후 추가 가능)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PWA - 모바일 최적화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📱 Progressive Web App (PWA)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모바일 앱처럼 사용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홈 화면에 아이콘 추가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전체 화면 모드 실행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앱 스토어 설치 불필요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오프라인 지원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캐시를 통한 빠른 로딩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네트워크 끊김 시에도 일부 기능 사용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재연결 시 자동 동기화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반응형 디자인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모바일, 태블릿, PC 모두 최적화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터치 친화적 UI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큰 버튼과 명확한 레이아웃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카메라 연동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QR 코드 스캔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점검 사진 촬영 및 업로드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실시간 이미지 미리보기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보안 및 권한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🔒 안전한 데이터 관리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사용자 인증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Firebase Authentication 기반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이메일/비밀번호 로그인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비밀번호 재설정 기능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역할 기반 접근 제어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점검자 / 관리자 / 시스템 관리자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역할별 메뉴 및 기능 제한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권한 없는 접근 차단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데이터 보안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Firestore Security Rules 적용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사용자별 데이터 접근 권한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읽기/쓰기 권한 세분화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백업 및 복구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Firebase 자동 백업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데이터 내보내기 기능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삭제 전 확인 절차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시스템 접속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🌐 웹 브라우저 접속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URL: https://noyorc.github.io/hvac-management/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권장 브라우저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Google Chrome (권장)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Microsoft Edge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Safari (iOS/Mac)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Samsung Internet (Android)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모바일 설치 방법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1. 위 URL을 모바일 브라우저에서 접속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2. 브라우저 메뉴에서 "홈 화면에 추가" 선택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3. 아이콘이 홈 화면에 생성됨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4. 앱처럼 실행 가능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초기 계정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신규 가입 후 시스템 관리자 승인 필요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또는 관리자가 직접 계정 생성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사용 시나리오 1: 일반 점검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📋 정기 점검 시나리오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상황: 점검자 김철수가 본사 A동 장비들을 점검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1. 시스템 로그인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점검자 계정으로 로그인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2. 메인 화면에서 "장비 점검 시작" 클릭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3. 현장 선택: "본사" 선택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4. 건물 선택: "A동" 선택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5. 장비 선택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필터로 "히트펌프" 선택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점검할 장비 클릭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6. 점검 데이터 입력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상태, 온도, 압력 등 입력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특이사항 기록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7. 제출 → 점검 완료!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사용 시나리오 2: QR 스캔 점검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📱 긴급 점검 시나리오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상황: 고장 신고를 받고 즉시 현장 출동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1. 현장 도착 후 시스템 로그인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모바일로 접속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2. 메인 화면에서 "QR 스캔" 클릭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3. 고장난 장비의 QR 코드 스캔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자동으로 장비 정보 로드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현장/건물 선택 생략!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4. 점검 화면 바로 표시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장비 상태: "고장" 선택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고장 내용 상세 입력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장비 사진 촬영 첨부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5. 제출 → 관리자에게 즉시 알림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⚡ 총 소요 시간: 2-3분 이내!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사용 시나리오 3: 관리자 데이터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📊 월간 보고서 작성 시나리오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상황: 관리자가 월간 점검 보고서 작성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1. 대시보드 접속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"대시보드" 메뉴 클릭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2. 기간 설정: "최근 30일" 선택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3. 통계 확인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총 점검 건수: 127건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정상: 98건 (77%)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주의/경고: 23건 (18%)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고장: 6건 (5%)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4. 문제 장비 확인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"고장" 필터 적용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6건의 고장 장비 상세 확인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조치 이력 검토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5. 데이터 내보내기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"엑셀 다운로드" 클릭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→ 보고서에 첨부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</a:defRPr>
            </a:pPr>
            <a:r>
              <a:t>사용 시나리오 4: 신규 장비 등록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🔧 신규 현장 장비 등록 시나리오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상황: 신규 지점에 장비 50대 설치 완료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1. 시스템 관리자 로그인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2. 현장/건물 먼저 등록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"시스템 관리" → "현장/건물 관리"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현장 추가: "신규 지점"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건물 추가: "본관", "별관"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3. 장비 데이터 준비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엑셀 템플릿 다운로드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장비 정보 50대 입력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ID, 종류, 모델, 위치 등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4. 엑셀 데이터 가져오기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"장비 관리" → "엑셀 데이터 가져오기"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파일 선택 및 업로드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중복 체크 및 오류 확인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5. 등록 완료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50대 장비 일괄 등록 완료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QR 코드 자동 생성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    → 출력하여 장비에 부착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시스템 주요 장점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32004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67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4688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108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빠른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QR 스캔으로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즉시 점검 시작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286000"/>
            <a:ext cx="32004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67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모바일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현장에서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바로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572000"/>
            <a:ext cx="32004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67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7548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394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실시간 통계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760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점검 현황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즉시 파악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4572000"/>
            <a:ext cx="320040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67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47548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53949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안전한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760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역할별 권한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데이터 보안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향후 개선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추가 개발 예정 기능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단기 계획 (1-3개월)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알림 시스템: 미점검 장비 알림, 고장 알림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보고서 자동 생성: PDF 보고서 자동 작성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통계 그래프: 차트 및 시각화 강화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중기 계획 (3-6개월)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AI 분석: 장비 고장 예측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일정 관리: 점검 스케줄 자동 생성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다국어 지원: 영어/중국어 등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장기 계획 (6개월 이상)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IoT 연동: 센서 데이터 자동 수집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원격 모니터링: 실시간 장비 상태 감시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• 예지 보전: 고장 전 사전 대응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77EEA"/>
                </a:solidFill>
              </a:defRPr>
            </a:pPr>
            <a:r>
              <a:t>지원 및 문의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7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💬 기술 지원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시스템 문의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사용 방법 문의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오류 신고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기능 개선 제안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교육 및 교육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사용자 교육 자료 제공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동영상 가이드 (준비 중)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1:1 교육 지원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긴급 지원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시스템 장애 시 즉시 대응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데이터 복구 지원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24시간 모니터링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업데이트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정기 업데이트 (월 1회)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보안 패치 즉시 적용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 • 새 기능 추가 시 공지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HVAC 관리 시스템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효율적인 설비 관리의 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